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6" r:id="rId3"/>
    <p:sldId id="264" r:id="rId4"/>
    <p:sldId id="260" r:id="rId5"/>
    <p:sldId id="257" r:id="rId6"/>
    <p:sldId id="258" r:id="rId7"/>
    <p:sldId id="259" r:id="rId8"/>
    <p:sldId id="261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7965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3517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053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6486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509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7245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2130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839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053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116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0784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3840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3567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4873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4150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6318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9476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4C626-F4FE-4F6D-856F-5BE36BCC539B}" type="datetimeFigureOut">
              <a:rPr lang="hu-HU" smtClean="0"/>
              <a:t>2025. 11. 03.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0E16-8B13-4BCB-B41D-1387E92442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3271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19BA2D-E3C5-0B48-90E7-ABD4DD8F0E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6600" u="sng" dirty="0"/>
              <a:t>Projekt bemutató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B1EF3BA-4BFD-08FC-F057-6727D19959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sz="2400" dirty="0"/>
              <a:t>Órarend generátor</a:t>
            </a:r>
          </a:p>
          <a:p>
            <a:r>
              <a:rPr lang="hu-HU" sz="1800" dirty="0"/>
              <a:t>- Giczi Dániel | Bartucz Gábor -</a:t>
            </a:r>
          </a:p>
        </p:txBody>
      </p:sp>
    </p:spTree>
    <p:extLst>
      <p:ext uri="{BB962C8B-B14F-4D97-AF65-F5344CB8AC3E}">
        <p14:creationId xmlns:p14="http://schemas.microsoft.com/office/powerpoint/2010/main" val="2907714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F28CD8-A850-196D-D198-5FF2027B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Cégünk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BECE3C-9094-E2D6-770B-A40B147BC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2249486"/>
            <a:ext cx="9905999" cy="3541714"/>
          </a:xfrm>
        </p:spPr>
        <p:txBody>
          <a:bodyPr/>
          <a:lstStyle/>
          <a:p>
            <a:r>
              <a:rPr lang="hu-HU" dirty="0" err="1"/>
              <a:t>AlphaCode</a:t>
            </a:r>
            <a:endParaRPr lang="hu-HU" dirty="0"/>
          </a:p>
          <a:p>
            <a:r>
              <a:rPr lang="hu-HU" dirty="0"/>
              <a:t>Tagok: Giczi Dániel, Bartucz Gábor</a:t>
            </a:r>
          </a:p>
        </p:txBody>
      </p:sp>
      <p:pic>
        <p:nvPicPr>
          <p:cNvPr id="1026" name="Picture 2" descr="alt text">
            <a:extLst>
              <a:ext uri="{FF2B5EF4-FFF2-40B4-BE49-F238E27FC236}">
                <a16:creationId xmlns:a16="http://schemas.microsoft.com/office/drawing/2014/main" id="{F259DE61-F840-CE2A-868B-4CD25CB2B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879" y="2249486"/>
            <a:ext cx="583736" cy="583736"/>
          </a:xfrm>
          <a:prstGeom prst="roundRect">
            <a:avLst>
              <a:gd name="adj" fmla="val 2572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066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F28CD8-A850-196D-D198-5FF2027BD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Célunk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3BECE3C-9094-E2D6-770B-A40B147BC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Célunk egy könnyen és sokféleképpen használható órarend generátor létrehozása</a:t>
            </a:r>
          </a:p>
        </p:txBody>
      </p:sp>
    </p:spTree>
    <p:extLst>
      <p:ext uri="{BB962C8B-B14F-4D97-AF65-F5344CB8AC3E}">
        <p14:creationId xmlns:p14="http://schemas.microsoft.com/office/powerpoint/2010/main" val="3774765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19BA2D-E3C5-0B48-90E7-ABD4DD8F0E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u="sng" dirty="0"/>
              <a:t>Használt nyelvek</a:t>
            </a:r>
          </a:p>
        </p:txBody>
      </p:sp>
    </p:spTree>
    <p:extLst>
      <p:ext uri="{BB962C8B-B14F-4D97-AF65-F5344CB8AC3E}">
        <p14:creationId xmlns:p14="http://schemas.microsoft.com/office/powerpoint/2010/main" val="268189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6F21E-902C-3962-9529-E65C0A19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4400" b="1" u="sng" dirty="0"/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1B1358-BC0B-70E6-6CDB-697E22D8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hu-HU" sz="2800" b="1" dirty="0"/>
              <a:t>HTML</a:t>
            </a:r>
          </a:p>
          <a:p>
            <a:pPr lvl="1"/>
            <a:r>
              <a:rPr lang="hu-HU" sz="2600" dirty="0"/>
              <a:t>Készítette: Bartucz Gábor</a:t>
            </a:r>
          </a:p>
          <a:p>
            <a:pPr lvl="1"/>
            <a:r>
              <a:rPr lang="hu-HU" sz="2600" dirty="0"/>
              <a:t>A cél egy átlátható és felhasználóbarát felület létrehozása volt.</a:t>
            </a:r>
          </a:p>
        </p:txBody>
      </p:sp>
    </p:spTree>
    <p:extLst>
      <p:ext uri="{BB962C8B-B14F-4D97-AF65-F5344CB8AC3E}">
        <p14:creationId xmlns:p14="http://schemas.microsoft.com/office/powerpoint/2010/main" val="2388088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6F21E-902C-3962-9529-E65C0A19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4400" b="1" u="sng" dirty="0"/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1B1358-BC0B-70E6-6CDB-697E22D8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hu-HU" sz="2800" b="1" dirty="0"/>
              <a:t>CSS</a:t>
            </a:r>
          </a:p>
          <a:p>
            <a:pPr lvl="1"/>
            <a:r>
              <a:rPr lang="hu-HU" sz="2600" dirty="0"/>
              <a:t>Készítette: Bartucz Gábor és Giczi Dániel</a:t>
            </a:r>
          </a:p>
          <a:p>
            <a:pPr lvl="1"/>
            <a:r>
              <a:rPr lang="hu-HU" sz="2600" dirty="0"/>
              <a:t>Közösen terveztük a dizájnt és figyeltünk a sokszínűségre</a:t>
            </a:r>
          </a:p>
        </p:txBody>
      </p:sp>
    </p:spTree>
    <p:extLst>
      <p:ext uri="{BB962C8B-B14F-4D97-AF65-F5344CB8AC3E}">
        <p14:creationId xmlns:p14="http://schemas.microsoft.com/office/powerpoint/2010/main" val="3618300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6F21E-902C-3962-9529-E65C0A19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4400" b="1" u="sng" dirty="0"/>
              <a:t>Backend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1B1358-BC0B-70E6-6CDB-697E22D8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hu-HU" sz="2800" b="1" dirty="0"/>
              <a:t>JavaScript</a:t>
            </a:r>
          </a:p>
          <a:p>
            <a:pPr lvl="1"/>
            <a:r>
              <a:rPr lang="hu-HU" sz="2600" dirty="0"/>
              <a:t>Készítette: Giczi Dániel</a:t>
            </a:r>
          </a:p>
          <a:p>
            <a:pPr lvl="1"/>
            <a:r>
              <a:rPr lang="hu-HU" sz="2600" dirty="0"/>
              <a:t>Egy egyszerű, de nagyszerű kód volt a cél, figyeltem az átláthatóságra és a könnyű </a:t>
            </a:r>
            <a:r>
              <a:rPr lang="hu-HU" sz="2600" dirty="0" err="1"/>
              <a:t>debuggolásra</a:t>
            </a:r>
            <a:endParaRPr lang="hu-HU" sz="2600" dirty="0"/>
          </a:p>
        </p:txBody>
      </p:sp>
    </p:spTree>
    <p:extLst>
      <p:ext uri="{BB962C8B-B14F-4D97-AF65-F5344CB8AC3E}">
        <p14:creationId xmlns:p14="http://schemas.microsoft.com/office/powerpoint/2010/main" val="3201003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19BA2D-E3C5-0B48-90E7-ABD4DD8F0E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u="sng" dirty="0"/>
              <a:t>Használt szoftverek</a:t>
            </a:r>
          </a:p>
        </p:txBody>
      </p:sp>
    </p:spTree>
    <p:extLst>
      <p:ext uri="{BB962C8B-B14F-4D97-AF65-F5344CB8AC3E}">
        <p14:creationId xmlns:p14="http://schemas.microsoft.com/office/powerpoint/2010/main" val="135748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6F21E-902C-3962-9529-E65C0A19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4000" b="1" u="sng" dirty="0"/>
              <a:t>Használt szoftverek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1B1358-BC0B-70E6-6CDB-697E22D8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hu-HU" sz="2800" b="1" dirty="0"/>
              <a:t>Visual Studio Code</a:t>
            </a:r>
          </a:p>
          <a:p>
            <a:pPr marL="871200" lvl="1" indent="-457200"/>
            <a:r>
              <a:rPr lang="hu-HU" sz="2400" dirty="0">
                <a:effectLst/>
              </a:rPr>
              <a:t>A kód megírásához a Visual Studio Code-ot használtuk az átláthatóság és az egyszerű kezelés miatt.</a:t>
            </a:r>
          </a:p>
        </p:txBody>
      </p:sp>
    </p:spTree>
    <p:extLst>
      <p:ext uri="{BB962C8B-B14F-4D97-AF65-F5344CB8AC3E}">
        <p14:creationId xmlns:p14="http://schemas.microsoft.com/office/powerpoint/2010/main" val="909563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6F21E-902C-3962-9529-E65C0A19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4000" b="1" u="sng" dirty="0"/>
              <a:t>Használt szoftverek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1B1358-BC0B-70E6-6CDB-697E22D8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hu-HU" sz="2800" b="1" dirty="0"/>
              <a:t>Google Chrome</a:t>
            </a:r>
          </a:p>
          <a:p>
            <a:pPr marL="871200" lvl="1" indent="-457200"/>
            <a:r>
              <a:rPr lang="hu-HU" sz="2400" dirty="0">
                <a:effectLst/>
              </a:rPr>
              <a:t>A weboldal teszteléséhez Google Chrome-ot használtunk.</a:t>
            </a:r>
          </a:p>
        </p:txBody>
      </p:sp>
    </p:spTree>
    <p:extLst>
      <p:ext uri="{BB962C8B-B14F-4D97-AF65-F5344CB8AC3E}">
        <p14:creationId xmlns:p14="http://schemas.microsoft.com/office/powerpoint/2010/main" val="3576058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6F21E-902C-3962-9529-E65C0A19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4000" b="1" u="sng" dirty="0"/>
              <a:t>Használt szoftverek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1B1358-BC0B-70E6-6CDB-697E22D8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hu-HU" sz="2800" b="1" dirty="0"/>
              <a:t>Canva</a:t>
            </a:r>
          </a:p>
          <a:p>
            <a:pPr marL="871200" lvl="1" indent="-457200"/>
            <a:r>
              <a:rPr lang="hu-HU" sz="2400" dirty="0">
                <a:effectLst/>
              </a:rPr>
              <a:t>A profilkép létrehozásához Canvát használtunk</a:t>
            </a:r>
          </a:p>
        </p:txBody>
      </p:sp>
    </p:spTree>
    <p:extLst>
      <p:ext uri="{BB962C8B-B14F-4D97-AF65-F5344CB8AC3E}">
        <p14:creationId xmlns:p14="http://schemas.microsoft.com/office/powerpoint/2010/main" val="3372681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ramkör">
  <a:themeElements>
    <a:clrScheme name="Áramkör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Áramkör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ramkör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Áramkör</Template>
  <TotalTime>38</TotalTime>
  <Words>130</Words>
  <Application>Microsoft Office PowerPoint</Application>
  <PresentationFormat>Szélesvásznú</PresentationFormat>
  <Paragraphs>31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4" baseType="lpstr">
      <vt:lpstr>Arial</vt:lpstr>
      <vt:lpstr>Tw Cen MT</vt:lpstr>
      <vt:lpstr>Áramkör</vt:lpstr>
      <vt:lpstr>Projekt bemutató</vt:lpstr>
      <vt:lpstr>Cégünk</vt:lpstr>
      <vt:lpstr>Célunk</vt:lpstr>
      <vt:lpstr>Használt nyelvek</vt:lpstr>
      <vt:lpstr>Frontend</vt:lpstr>
      <vt:lpstr>Frontend</vt:lpstr>
      <vt:lpstr>Backend</vt:lpstr>
      <vt:lpstr>Használt szoftverek</vt:lpstr>
      <vt:lpstr>Használt szoftverek</vt:lpstr>
      <vt:lpstr>Használt szoftverek</vt:lpstr>
      <vt:lpstr>Használt szoftverek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bemutató</dc:title>
  <dc:creator>Tanulo</dc:creator>
  <cp:lastModifiedBy>Tanulo</cp:lastModifiedBy>
  <cp:revision>1</cp:revision>
  <dcterms:created xsi:type="dcterms:W3CDTF">2025-11-03T08:54:51Z</dcterms:created>
  <dcterms:modified xsi:type="dcterms:W3CDTF">2025-11-03T09:33:24Z</dcterms:modified>
</cp:coreProperties>
</file>